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eve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AF3E0"/>
                </a:solidFill>
              </a:defRPr>
            </a:pPr>
            <a:r>
              <a:t>最后的书店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41300" y="271653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574"/>
                </a:solidFill>
              </a:defRPr>
            </a:pPr>
            <a:r>
              <a:t>THE LAST BOOKSTORE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383280"/>
            <a:ext cx="3047695" cy="254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F3E0"/>
                </a:solidFill>
              </a:defRPr>
            </a:pPr>
            <a:r>
              <a:t>大断联后的第 7 年 · 云端沉默，纸页仍在发光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635" y="4206240"/>
            <a:ext cx="1219169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44E"/>
                </a:solidFill>
              </a:defRPr>
            </a:pPr>
            <a:r>
              <a:rPr>
                <a:solidFill>
                  <a:schemeClr val="bg1">
                    <a:lumMod val="95000"/>
                  </a:schemeClr>
                </a:solidFill>
              </a:rPr>
              <a:t>腾讯云 AI 黑客松 #40 · 叙事剧情游戏赛道 · AI CAN DO IT</a:t>
            </a:r>
            <a:endParaRPr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defRPr sz="1400" b="0">
                <a:solidFill>
                  <a:srgbClr val="B8844E"/>
                </a:solidFill>
              </a:defRPr>
            </a:pPr>
            <a:r>
              <a:rPr lang="zh-CN">
                <a:solidFill>
                  <a:schemeClr val="bg1">
                    <a:lumMod val="95000"/>
                  </a:schemeClr>
                </a:solidFill>
              </a:rPr>
              <a:t>作者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：</a:t>
            </a:r>
            <a:r>
              <a:rPr lang="zh-CN">
                <a:solidFill>
                  <a:schemeClr val="bg1">
                    <a:lumMod val="95000"/>
                  </a:schemeClr>
                </a:solidFill>
              </a:rPr>
              <a:t>宝剑</a:t>
            </a:r>
            <a:endParaRPr lang="zh-CN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8844E"/>
                </a:solidFill>
              </a:defRPr>
            </a:pPr>
            <a:r>
              <a:t>纯前端 Web 游戏 ｜ 7 天叙事 ｜ 24 本书 ｜ 6 个 NPC ｜ 4 种结局 ｜ AI 深度集成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1810"/>
                </a:solidFill>
              </a:defRPr>
            </a:pPr>
            <a:r>
              <a:t>游戏概述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44E"/>
                </a:solidFill>
              </a:defRPr>
            </a:pPr>
            <a:r>
              <a:t>当你拥有镇上最后一间书店，书成了最珍贵的记忆载体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  <a:r>
              <a:t>🗺 世界观：204X 年，"大断联"降临——全球网络、服务器、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  <a:r>
              <a:t>电子设备同时永久失效。人类一夜回到 analog 时代。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</a:p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  <a:r>
              <a:t>📖 纸质书成为最珍贵的知识载体，橡木镇只剩一间还在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  <a:r>
              <a:t>营业的书店——你继承的「墨香书店」。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</a:p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  <a:r>
              <a:t>👤 你扮演祖父的书店继承人。他的信里写着：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  <a:r>
              <a:t>"这家店的价值不在于卖了多少本书，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  <a:r>
              <a:t>而在于对走进来的每一个人，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  <a:r>
              <a:t>给出了正确的那一句回答。"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</a:p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  <a:r>
              <a:t>🎯 目标：7 天内，通过为每位来访者推荐合适的书，</a:t>
            </a:r>
          </a:p>
          <a:p>
            <a:pPr algn="l">
              <a:spcAft>
                <a:spcPts val="560"/>
              </a:spcAft>
              <a:defRPr sz="1400" b="0">
                <a:solidFill>
                  <a:srgbClr val="2C1810"/>
                </a:solidFill>
              </a:defRPr>
            </a:pPr>
            <a:r>
              <a:t>累积希望值（Hope），改变小镇的命运。</a:t>
            </a:r>
          </a:p>
        </p:txBody>
      </p:sp>
      <p:pic>
        <p:nvPicPr>
          <p:cNvPr id="7" name="Picture 6" descr="截屏2026-06-11 22.12.2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2110" y="1371600"/>
            <a:ext cx="6512560" cy="5029200"/>
          </a:xfrm>
          <a:prstGeom prst="rect">
            <a:avLst/>
          </a:prstGeom>
          <a:ln w="19050">
            <a:solidFill>
              <a:srgbClr val="D4A574"/>
            </a:solidFill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1810"/>
                </a:solidFill>
              </a:defRPr>
            </a:pPr>
            <a:r>
              <a:t>核心玩法机制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44E"/>
                </a:solidFill>
              </a:defRPr>
            </a:pPr>
            <a:r>
              <a:t>倾听 → 理解 → 推荐 → 改变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2011680" cy="182880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🌅 每日清晨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7B6E"/>
                </a:solidFill>
              </a:defRPr>
            </a:pPr>
            <a:r>
              <a:t>叙事过场</a:t>
            </a:r>
            <a:br/>
            <a:r>
              <a:t>了解当日背景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74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048" y="1783080"/>
            <a:ext cx="2011680" cy="182880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🔔 门铃响起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7B6E"/>
                </a:solidFill>
              </a:defRPr>
            </a:pPr>
            <a:r>
              <a:t>NPC 来访</a:t>
            </a:r>
            <a:br/>
            <a:r>
              <a:t>倾听他们的故事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74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82896" y="1783080"/>
            <a:ext cx="2011680" cy="182880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💬 对话选择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7B6E"/>
                </a:solidFill>
              </a:defRPr>
            </a:pPr>
            <a:r>
              <a:t>3 分支选项</a:t>
            </a:r>
            <a:br/>
            <a:r>
              <a:t>或 AI 自由交谈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74"/>
                </a:solidFill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95744" y="1783080"/>
            <a:ext cx="2011680" cy="182880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7184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📚 推荐书籍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184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7B6E"/>
                </a:solidFill>
              </a:defRPr>
            </a:pPr>
            <a:r>
              <a:t>24 本书中选一本</a:t>
            </a:r>
            <a:br/>
            <a:r>
              <a:t>完美/良好/一般/不匹配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74"/>
                </a:solidFill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08592" y="1783080"/>
            <a:ext cx="2011680" cy="182880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🌙 打烊纪录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7B6E"/>
                </a:solidFill>
              </a:defRPr>
            </a:pPr>
            <a:r>
              <a:t>AI 生成店主日记</a:t>
            </a:r>
            <a:br/>
            <a:r>
              <a:t>更新希望值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844E"/>
                </a:solidFill>
              </a:defRPr>
            </a:pPr>
            <a:r>
              <a:t>游戏主画面预览</a:t>
            </a:r>
          </a:p>
        </p:txBody>
      </p:sp>
      <p:pic>
        <p:nvPicPr>
          <p:cNvPr id="26" name="Picture 25" descr="截屏2026-06-11 22.12.3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0520" y="3611880"/>
            <a:ext cx="5280660" cy="3246120"/>
          </a:xfrm>
          <a:prstGeom prst="rect">
            <a:avLst/>
          </a:prstGeom>
          <a:ln w="19050">
            <a:solidFill>
              <a:srgbClr val="D4A57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1810"/>
                </a:solidFill>
              </a:defRPr>
            </a:pPr>
            <a:r>
              <a:t>6 位 NPC · 7 天叙事弧线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44E"/>
                </a:solidFill>
              </a:defRPr>
            </a:pPr>
            <a:r>
              <a:t>每个来访者带着各自的困境，而每本书都可能改变一个人的人生轨迹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554480"/>
            <a:ext cx="1234440" cy="9144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00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林月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202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844E"/>
                </a:solidFill>
              </a:defRPr>
            </a:pPr>
            <a:r>
              <a:t>年轻母亲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48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B6E"/>
                </a:solidFill>
              </a:defRPr>
            </a:pPr>
            <a:r>
              <a:t>疲惫迷茫，寻找生活的意义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554480"/>
            <a:ext cx="1234440" cy="914400"/>
          </a:xfrm>
          <a:prstGeom prst="rect">
            <a:avLst/>
          </a:prstGeom>
          <a:solidFill>
            <a:srgbClr val="B8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600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陈伯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9202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844E"/>
                </a:solidFill>
              </a:defRPr>
            </a:pPr>
            <a:r>
              <a:t>孤独老农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148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B6E"/>
                </a:solidFill>
              </a:defRPr>
            </a:pPr>
            <a:r>
              <a:t>怀念过去，担忧传统的消逝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554480"/>
            <a:ext cx="1234440" cy="9144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6512" y="1600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小明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19202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844E"/>
                </a:solidFill>
              </a:defRPr>
            </a:pPr>
            <a:r>
              <a:t>自卑小孩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2148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B6E"/>
                </a:solidFill>
              </a:defRPr>
            </a:pPr>
            <a:r>
              <a:t>好奇心旺盛却缺乏自信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1554480"/>
            <a:ext cx="1234440" cy="9144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52744" y="1600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李医生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19202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844E"/>
                </a:solidFill>
              </a:defRPr>
            </a:pPr>
            <a:r>
              <a:t>超负荷医生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744" y="2148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B6E"/>
                </a:solidFill>
              </a:defRPr>
            </a:pPr>
            <a:r>
              <a:t>职业倦怠，质疑自己的选择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7576" y="1554480"/>
            <a:ext cx="1234440" cy="914400"/>
          </a:xfrm>
          <a:prstGeom prst="rect">
            <a:avLst/>
          </a:prstGeom>
          <a:solidFill>
            <a:srgbClr val="5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6" y="1600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方小姐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6" y="19202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844E"/>
                </a:solidFill>
              </a:defRPr>
            </a:pPr>
            <a:r>
              <a:t>迷惘诗人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8976" y="2148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B6E"/>
                </a:solidFill>
              </a:defRPr>
            </a:pPr>
            <a:r>
              <a:t>在现实与理想间挣扎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93808" y="1554480"/>
            <a:ext cx="1234440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65208" y="1600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旅人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8" y="19202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844E"/>
                </a:solidFill>
              </a:defRPr>
            </a:pPr>
            <a:r>
              <a:t>神秘访客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2148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B6E"/>
                </a:solidFill>
              </a:defRPr>
            </a:pPr>
            <a:r>
              <a:t>隐藏着与祖父有关的秘密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8346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1810"/>
                </a:solidFill>
              </a:defRPr>
            </a:pPr>
            <a:r>
              <a:t>📅 7 天叙事弧线设计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1810"/>
                </a:solidFill>
              </a:defRPr>
            </a:pPr>
            <a:r>
              <a:t>────────────────────────────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1810"/>
                </a:solidFill>
              </a:defRPr>
            </a:pPr>
            <a:r>
              <a:t>Day 1  「忐忑」林月(初) + 陈伯(初)    尝试开店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1810"/>
                </a:solidFill>
              </a:defRPr>
            </a:pPr>
            <a:r>
              <a:t>Day 2  「不安」小明(初) + 李医生(初)   试探人心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1810"/>
                </a:solidFill>
              </a:defRPr>
            </a:pPr>
            <a:r>
              <a:t>Day 3  「紧张」方小姐(初) + 林月(回)   暗流涌动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1810"/>
                </a:solidFill>
              </a:defRPr>
            </a:pPr>
            <a:r>
              <a:t>Day 4  「低落」陈伯(回) + 小明(回)     裂缝出现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1810"/>
                </a:solidFill>
              </a:defRPr>
            </a:pPr>
            <a:r>
              <a:t>Day 5  「疲惫」李医生(回) + 方小姐(回)  ⚡ 关键转折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1810"/>
                </a:solidFill>
              </a:defRPr>
            </a:pPr>
            <a:r>
              <a:t>Day 6  「希望」旅人(条件) + 随机回访   曙光初现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1810"/>
                </a:solidFill>
              </a:defRPr>
            </a:pPr>
            <a:r>
              <a:t>Day 7  「坚定」最深互动 NPC 最终回访   终章</a:t>
            </a:r>
          </a:p>
        </p:txBody>
      </p:sp>
      <p:pic>
        <p:nvPicPr>
          <p:cNvPr id="31" name="Picture 30" descr="截屏2026-06-11 22.12.3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0510" y="2508885"/>
            <a:ext cx="5266690" cy="4091940"/>
          </a:xfrm>
          <a:prstGeom prst="rect">
            <a:avLst/>
          </a:prstGeom>
          <a:ln w="19050">
            <a:solidFill>
              <a:srgbClr val="D4A57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1810"/>
                </a:solidFill>
              </a:defRPr>
            </a:pPr>
            <a:r>
              <a:t>24 本书 + 智能匹配推荐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44E"/>
                </a:solidFill>
              </a:defRPr>
            </a:pPr>
            <a:r>
              <a:t>每本书都有最佳匹配 NPC，推荐正确与否影响希望值和结局</a:t>
            </a:r>
          </a:p>
        </p:txBody>
      </p:sp>
      <p:pic>
        <p:nvPicPr>
          <p:cNvPr id="6" name="Picture 5" descr="截屏2026-06-11 22.12.5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280160"/>
            <a:ext cx="6096000" cy="5095240"/>
          </a:xfrm>
          <a:prstGeom prst="rect">
            <a:avLst/>
          </a:prstGeom>
          <a:ln w="19050">
            <a:solidFill>
              <a:srgbClr val="D4A57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📊 四大分类，每类 6 本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────────────────────────────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文学小说：《小王子》《挪威的森林》《月亮与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  六便士》《百年孤独》《活着》《局外人》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哲学思辨：《活出生命的意义》《悉达多》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  《苏菲的世界》《瓦尔登湖》《被讨厌的勇气》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  《沉思录》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心理成长：《自卑与超越》《非暴力沟通》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  《也许你该找个人聊聊》《心流》《共情的力量》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  《思考，快与慢》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社会人文：《乡土中国》《枪炮病菌与钢铁》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  《人类简史》《乌合之众》《娱乐至死》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  《寂静的春天》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🎯 匹配等级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────────────────────────────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🌟 完美匹配 → Hope +8~12 | ✅ 好推荐 → Hope +4~7</a:t>
            </a:r>
          </a:p>
          <a:p>
            <a:pPr algn="l">
              <a:spcAft>
                <a:spcPts val="275"/>
              </a:spcAft>
              <a:defRPr sz="1100" b="0">
                <a:solidFill>
                  <a:srgbClr val="2C1810"/>
                </a:solidFill>
              </a:defRPr>
            </a:pPr>
            <a:r>
              <a:t>➖ 一般     → Hope +1~2   | ❌ 不匹配 → Hope -3~-5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1810"/>
                </a:solidFill>
              </a:defRPr>
            </a:pPr>
            <a:r>
              <a:t>5 大 AI 集成点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44E"/>
                </a:solidFill>
              </a:defRPr>
            </a:pPr>
            <a:r>
              <a:t>从对话到日记，AI 贯穿游戏全流程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057400" cy="228600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1810"/>
                </a:solidFill>
              </a:defRPr>
            </a:pPr>
            <a: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NPC 自由交谈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7B6E"/>
                </a:solidFill>
              </a:defRPr>
            </a:pPr>
            <a:r>
              <a:t>阿里云百炼 qwen-plus</a:t>
            </a:r>
            <a:br/>
            <a:r>
              <a:t>流式打字机效果</a:t>
            </a:r>
            <a:br/>
            <a:r>
              <a:t>实时角色扮演对话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5768" y="1645920"/>
            <a:ext cx="2057400" cy="228600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1737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1810"/>
                </a:solidFill>
              </a:defRPr>
            </a:pPr>
            <a: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22402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书籍 AI 导读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65176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7B6E"/>
                </a:solidFill>
              </a:defRPr>
            </a:pPr>
            <a:r>
              <a:t>与"作者灵魂"对话</a:t>
            </a:r>
            <a:br/>
            <a:r>
              <a:t>根据书籍主题生成回复</a:t>
            </a:r>
            <a:br/>
            <a:r>
              <a:t>深挖书中哲理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336" y="1645920"/>
            <a:ext cx="2057400" cy="228600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1737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1810"/>
                </a:solidFill>
              </a:defRPr>
            </a:pPr>
            <a: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22402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每日店主日记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5176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7B6E"/>
                </a:solidFill>
              </a:defRPr>
            </a:pPr>
            <a:r>
              <a:t>根据当日希望值/事件</a:t>
            </a:r>
            <a:br/>
            <a:r>
              <a:t>AI 生成治愈向日记</a:t>
            </a:r>
            <a:br/>
            <a:r>
              <a:t>个性化叙事收尾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2904" y="1645920"/>
            <a:ext cx="2057400" cy="228600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2904" y="1737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1810"/>
                </a:solidFill>
              </a:defRPr>
            </a:pPr>
            <a: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22402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情感识别匹配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0064" y="265176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7B6E"/>
                </a:solidFill>
              </a:defRPr>
            </a:pPr>
            <a:r>
              <a:t>NLP 情绪意图分类</a:t>
            </a:r>
            <a:br/>
            <a:r>
              <a:t>8 类情感标签</a:t>
            </a:r>
            <a:br/>
            <a:r>
              <a:t>动态调整推荐逻辑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91472" y="1645920"/>
            <a:ext cx="2057400" cy="228600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1472" y="1737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1810"/>
                </a:solidFill>
              </a:defRPr>
            </a:pPr>
            <a:r>
              <a:t>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22402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1810"/>
                </a:solidFill>
              </a:defRPr>
            </a:pPr>
            <a:r>
              <a:t>AI 素材生成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265176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7B6E"/>
                </a:solidFill>
              </a:defRPr>
            </a:pPr>
            <a:r>
              <a:t>Matrix AI 出图/出音乐</a:t>
            </a:r>
            <a:br/>
            <a:r>
              <a:t>6 NPC 立绘 + 24 封面</a:t>
            </a:r>
            <a:br/>
            <a:r>
              <a:t>4 BGM + 4 SFX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1810"/>
                </a:solidFill>
              </a:defRPr>
            </a:pPr>
            <a:r>
              <a:t>叙事设计与情感弧线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44E"/>
                </a:solidFill>
              </a:defRPr>
            </a:pPr>
            <a:r>
              <a:t>7 天从忐忑到坚定，希望值的每次变化都在影响小镇的命运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88720" cy="4114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3E0"/>
                </a:solidFill>
              </a:defRPr>
            </a:pPr>
            <a:r>
              <a:t>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645920"/>
            <a:ext cx="914400" cy="4114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66420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3E0"/>
                </a:solidFill>
              </a:defRPr>
            </a:pPr>
            <a:r>
              <a:t>情绪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45920"/>
            <a:ext cx="2011680" cy="4114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6642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3E0"/>
                </a:solidFill>
              </a:defRPr>
            </a:pPr>
            <a:r>
              <a:t>NPC 排期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645920"/>
            <a:ext cx="2926080" cy="4114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66420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3E0"/>
                </a:solidFill>
              </a:defRPr>
            </a:pPr>
            <a:r>
              <a:t>叙事要点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645920"/>
            <a:ext cx="1645920" cy="4114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6642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3E0"/>
                </a:solidFill>
              </a:defRPr>
            </a:pPr>
            <a:r>
              <a:t>剧情权重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57400"/>
            <a:ext cx="9144000" cy="59436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48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1810"/>
                </a:solidFill>
              </a:defRPr>
            </a:pPr>
            <a:r>
              <a:t>Day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1488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844E"/>
                </a:solidFill>
              </a:defRPr>
            </a:pPr>
            <a:r>
              <a:t>忐忑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148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</a:defRPr>
            </a:pPr>
            <a:r>
              <a:t>林月(初) + 陈伯(初)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148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首次开店，面对陌生访客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148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D4E8A"/>
                </a:solidFill>
              </a:defRPr>
            </a:pPr>
            <a:r>
              <a:t>开始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51760"/>
            <a:ext cx="9144000" cy="59436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43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1810"/>
                </a:solidFill>
              </a:defRPr>
            </a:pPr>
            <a:r>
              <a:t>Day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743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844E"/>
                </a:solidFill>
              </a:defRPr>
            </a:pPr>
            <a:r>
              <a:t>不安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743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</a:defRPr>
            </a:pPr>
            <a:r>
              <a:t>小明(初) + 李医生(初)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743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试探人心，积累信任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743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D4E8A"/>
                </a:solidFill>
              </a:defRPr>
            </a:pPr>
            <a:r>
              <a:t>累积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46120"/>
            <a:ext cx="9144000" cy="59436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337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1810"/>
                </a:solidFill>
              </a:defRPr>
            </a:pPr>
            <a:r>
              <a:t>Day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33375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844E"/>
                </a:solidFill>
              </a:defRPr>
            </a:pPr>
            <a:r>
              <a:t>紧张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337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</a:defRPr>
            </a:pPr>
            <a:r>
              <a:t>方小姐(初) + 林月(回)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337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暗流涌动，回访NPC变化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337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D4E8A"/>
                </a:solidFill>
              </a:defRPr>
            </a:pPr>
            <a:r>
              <a:t>转折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40480"/>
            <a:ext cx="9144000" cy="59436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1810"/>
                </a:solidFill>
              </a:defRPr>
            </a:pPr>
            <a:r>
              <a:t>Day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39319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844E"/>
                </a:solidFill>
              </a:defRPr>
            </a:pPr>
            <a:r>
              <a:t>低落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931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</a:defRPr>
            </a:pPr>
            <a:r>
              <a:t>陈伯(回) + 小明(回)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931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裂缝出现，考验耐心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3931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D4E8A"/>
                </a:solidFill>
              </a:defRPr>
            </a:pPr>
            <a:r>
              <a:t>低谷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434840"/>
            <a:ext cx="9144000" cy="59436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5262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1810"/>
                </a:solidFill>
              </a:defRPr>
            </a:pPr>
            <a:r>
              <a:t>Day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45262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844E"/>
                </a:solidFill>
              </a:defRPr>
            </a:pPr>
            <a:r>
              <a:t>疲惫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526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</a:defRPr>
            </a:pPr>
            <a:r>
              <a:t>李医生(回) + 方小姐(回)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526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⚡ 关键转折点，旅人条件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4526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D4E8A"/>
                </a:solidFill>
              </a:defRPr>
            </a:pPr>
            <a:r>
              <a:t>突变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029200"/>
            <a:ext cx="9144000" cy="59436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120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1810"/>
                </a:solidFill>
              </a:defRPr>
            </a:pPr>
            <a:r>
              <a:t>Day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51206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844E"/>
                </a:solidFill>
              </a:defRPr>
            </a:pPr>
            <a:r>
              <a:t>希望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5120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</a:defRPr>
            </a:pPr>
            <a:r>
              <a:t>旅人(条件) + 随机回访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5120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曙光初现，秘密揭露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120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D4E8A"/>
                </a:solidFill>
              </a:defRPr>
            </a:pPr>
            <a:r>
              <a:t>上升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623560"/>
            <a:ext cx="9144000" cy="59436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715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1810"/>
                </a:solidFill>
              </a:defRPr>
            </a:pPr>
            <a:r>
              <a:t>Day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37360" y="57150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844E"/>
                </a:solidFill>
              </a:defRPr>
            </a:pPr>
            <a:r>
              <a:t>坚定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5715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</a:defRPr>
            </a:pPr>
            <a:r>
              <a:t>最深互动NPC最终回访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0" y="5715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终章，所有选择揭晓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5715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D4E8A"/>
                </a:solidFill>
              </a:defRPr>
            </a:pPr>
            <a:r>
              <a:t>结局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1810"/>
                </a:solidFill>
              </a:defRPr>
            </a:pPr>
            <a:r>
              <a:t>4 种结局 · 多重命运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44E"/>
                </a:solidFill>
              </a:defRPr>
            </a:pPr>
            <a:r>
              <a:t>你的每一个选择都在书写小镇的结局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2651760" cy="411480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651760" cy="73152"/>
          </a:xfrm>
          <a:prstGeom prst="rect">
            <a:avLst/>
          </a:prstGeom>
          <a:solidFill>
            <a:srgbClr val="5D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D4E8A"/>
                </a:solidFill>
              </a:defRPr>
            </a:pPr>
            <a:r>
              <a:t>HIDDEN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1810"/>
                </a:solidFill>
              </a:defRPr>
            </a:pPr>
            <a:r>
              <a:t>🌙 最后的读者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44E"/>
                </a:solidFill>
              </a:defRPr>
            </a:pPr>
            <a:r>
              <a:t>触发条件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B6E"/>
                </a:solidFill>
              </a:defRPr>
            </a:pPr>
            <a:r>
              <a:t>days≥7, metTraveler,</a:t>
            </a:r>
            <a:br/>
            <a:r>
              <a:t>totalPerfect≥5, hope≥60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1810"/>
                </a:solidFill>
              </a:defRPr>
            </a:pPr>
            <a:r>
              <a:t>旅人留下的旧书，字迹是祖父的。</a:t>
            </a:r>
            <a:br/>
            <a:r>
              <a:t>原来你等待的最后一个读者，是过去的自己。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1645920"/>
            <a:ext cx="2651760" cy="411480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1645920"/>
            <a:ext cx="2651760" cy="73152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7A5F"/>
                </a:solidFill>
              </a:defRPr>
            </a:pPr>
            <a:r>
              <a:t>TRUE 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1810"/>
                </a:solidFill>
              </a:defRPr>
            </a:pPr>
            <a:r>
              <a:t>🌟 点燃希望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743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44E"/>
                </a:solidFill>
              </a:defRPr>
            </a:pPr>
            <a:r>
              <a:t>触发条件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063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B6E"/>
                </a:solidFill>
              </a:defRPr>
            </a:pPr>
            <a:r>
              <a:t>days≥6, hope≥80,</a:t>
            </a:r>
            <a:br/>
            <a:r>
              <a:t>totalPerfect≥4, metTraveler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39319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1810"/>
                </a:solidFill>
              </a:defRPr>
            </a:pPr>
            <a:r>
              <a:t>整个小镇都变了。书店灯光重新亮起，</a:t>
            </a:r>
            <a:br/>
            <a:r>
              <a:t>你的选择点燃了一个社区的希望。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645920"/>
            <a:ext cx="2651760" cy="411480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1645920"/>
            <a:ext cx="2651760" cy="73152"/>
          </a:xfrm>
          <a:prstGeom prst="rect">
            <a:avLst/>
          </a:prstGeom>
          <a:solidFill>
            <a:srgbClr val="B8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44E"/>
                </a:solidFill>
              </a:defRPr>
            </a:pPr>
            <a:r>
              <a:t>GOOD 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1810"/>
                </a:solidFill>
              </a:defRPr>
            </a:pPr>
            <a:r>
              <a:t>🏠 守望者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743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44E"/>
                </a:solidFill>
              </a:defRPr>
            </a:pPr>
            <a:r>
              <a:t>触发条件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3063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B6E"/>
                </a:solidFill>
              </a:defRPr>
            </a:pPr>
            <a:r>
              <a:t>days≥5, hope 60–79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39319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1810"/>
                </a:solidFill>
              </a:defRPr>
            </a:pPr>
            <a:r>
              <a:t>你让几个人不再孤单。虽然前路漫长，</a:t>
            </a:r>
            <a:br/>
            <a:r>
              <a:t>但你决定守在这里，守到他们回来。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61704" y="1645920"/>
            <a:ext cx="2651760" cy="411480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61704" y="1645920"/>
            <a:ext cx="2651760" cy="73152"/>
          </a:xfrm>
          <a:prstGeom prst="rect">
            <a:avLst/>
          </a:prstGeom>
          <a:solidFill>
            <a:srgbClr val="8B7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98864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7B6E"/>
                </a:solidFill>
              </a:defRPr>
            </a:pPr>
            <a:r>
              <a:t>NORMAL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4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1810"/>
                </a:solidFill>
              </a:defRPr>
            </a:pPr>
            <a:r>
              <a:t>📖 平凡日子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144" y="2743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44E"/>
                </a:solidFill>
              </a:defRPr>
            </a:pPr>
            <a:r>
              <a:t>触发条件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3063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B6E"/>
                </a:solidFill>
              </a:defRPr>
            </a:pPr>
            <a:r>
              <a:t>days≥3, hope 40–59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144" y="39319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1810"/>
                </a:solidFill>
              </a:defRPr>
            </a:pPr>
            <a:r>
              <a:t>你只是个守店的。日子波澜不惊，</a:t>
            </a:r>
            <a:br/>
            <a:r>
              <a:t>但书还在，书店还在，这足够了。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1810"/>
                </a:solidFill>
              </a:defRPr>
            </a:pPr>
            <a:r>
              <a:t>技术架构与亮点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844E"/>
                </a:solidFill>
              </a:defRPr>
            </a:pPr>
            <a:r>
              <a:t>零构建 · 纯前端 · 离线可玩 · AI 深度集成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691640" cy="82296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3E0"/>
                </a:solidFill>
              </a:defRPr>
            </a:pPr>
            <a:r>
              <a:t>Engine</a:t>
            </a:r>
            <a:br/>
            <a:r>
              <a:t>状态机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19" y="1600200"/>
            <a:ext cx="1691640" cy="82296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19" y="1645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3E0"/>
                </a:solidFill>
              </a:defRPr>
            </a:pPr>
            <a:r>
              <a:t>Renderer</a:t>
            </a:r>
            <a:br/>
            <a:r>
              <a:t>渲染层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8" y="1600200"/>
            <a:ext cx="1691640" cy="82296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8" y="1645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3E0"/>
                </a:solidFill>
              </a:defRPr>
            </a:pPr>
            <a:r>
              <a:t>Game</a:t>
            </a:r>
            <a:br/>
            <a:r>
              <a:t>控制器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7" y="1600200"/>
            <a:ext cx="1691640" cy="82296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7" y="1645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3E0"/>
                </a:solidFill>
              </a:defRPr>
            </a:pPr>
            <a:r>
              <a:t>AI</a:t>
            </a:r>
            <a:br/>
            <a:r>
              <a:t>LLM 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6" y="1600200"/>
            <a:ext cx="1691640" cy="82296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6" y="1645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3E0"/>
                </a:solidFill>
              </a:defRPr>
            </a:pPr>
            <a:r>
              <a:t>Scene</a:t>
            </a:r>
            <a:br/>
            <a:r>
              <a:t>场景特效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9795" y="1600200"/>
            <a:ext cx="1691640" cy="82296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795" y="1645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3E0"/>
                </a:solidFill>
              </a:defRPr>
            </a:pPr>
            <a:r>
              <a:t>Audio</a:t>
            </a:r>
            <a:br/>
            <a:r>
              <a:t>音乐音效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14600"/>
            <a:ext cx="11277295" cy="548640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4203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1810"/>
                </a:solidFill>
              </a:defRPr>
            </a:pPr>
            <a:r>
              <a:t>Data Layer: GameData (24 本书 + 6 NPC + 对话树 + 结局条件)  |  Engine.state (全局唯一状态)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832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</a:defRPr>
            </a:pPr>
            <a: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1810"/>
                </a:solidFill>
              </a:defRPr>
            </a:pPr>
            <a:r>
              <a:t>零构建工具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HTML/CSS/JS 直引，浏览器即开即玩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3832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</a:defRPr>
            </a:pPr>
            <a: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1810"/>
                </a:solidFill>
              </a:defRPr>
            </a:pPr>
            <a:r>
              <a:t>离线可玩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AI 模块全面 fallback，断网也不中断体验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9593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</a:defRPr>
            </a:pPr>
            <a: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959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1810"/>
                </a:solidFill>
              </a:defRPr>
            </a:pPr>
            <a:r>
              <a:t>状态机驱动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959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Engine → Renderer → Game 三层解耦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9593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</a:defRPr>
            </a:pPr>
            <a: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959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1810"/>
                </a:solidFill>
              </a:defRPr>
            </a:pPr>
            <a:r>
              <a:t>数据不可变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959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对话推进深拷贝 NPC，不修改源数据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354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</a:defRPr>
            </a:pPr>
            <a: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535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1810"/>
                </a:solidFill>
              </a:defRPr>
            </a:pPr>
            <a:r>
              <a:t>localStorage 存档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4535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3 槽存档 + 自动保存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5354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</a:defRPr>
            </a:pPr>
            <a: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535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1810"/>
                </a:solidFill>
              </a:defRPr>
            </a:pPr>
            <a:r>
              <a:t>动态场景特效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535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40 颗 CSS 粒子 + 4 时段渐变切换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1114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</a:defRPr>
            </a:pPr>
            <a: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1114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1810"/>
                </a:solidFill>
              </a:defRPr>
            </a:pPr>
            <a:r>
              <a:t>响应式音频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51114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4 段 BGM cross-fade + 4 SFX，静音持久化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1114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</a:defRPr>
            </a:pPr>
            <a: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1114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1810"/>
                </a:solidFill>
              </a:defRPr>
            </a:pPr>
            <a:r>
              <a:t>LLM 流式对话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1114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7B6E"/>
                </a:solidFill>
              </a:defRPr>
            </a:pPr>
            <a:r>
              <a:t>DashScope API (qwen-plus) + 打字机效果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8844E"/>
                </a:solidFill>
              </a:defRPr>
            </a:pPr>
            <a:r>
              <a:t>源码 &lt; 100KB（不含资源）| GitHub Pages + Vercel 双部署 | 完全离线可玩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eve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F3E0"/>
                </a:solidFill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574"/>
                </a:solidFill>
              </a:defRPr>
            </a:pPr>
            <a:r>
              <a:t>—— 来自《最后的书店》开发团队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834640"/>
            <a:ext cx="3047695" cy="254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200400"/>
            <a:ext cx="7619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0"/>
              </a:spcAft>
              <a:defRPr sz="1400" b="0">
                <a:solidFill>
                  <a:srgbClr val="FAF3E0"/>
                </a:solidFill>
              </a:defRPr>
            </a:pPr>
            <a:r>
              <a:t>🎮 在线体验：https://swording-k.github.io/the-last-bookstore/</a:t>
            </a:r>
          </a:p>
          <a:p>
            <a:pPr algn="ctr">
              <a:spcAft>
                <a:spcPts val="1120"/>
              </a:spcAft>
              <a:defRPr sz="1400" b="0">
                <a:solidFill>
                  <a:srgbClr val="FAF3E0"/>
                </a:solidFill>
              </a:defRPr>
            </a:pPr>
            <a:r>
              <a:t>📂 源码仓库：https://github.com/swording-k/the-last-bookstore</a:t>
            </a:r>
          </a:p>
          <a:p>
            <a:pPr algn="ctr">
              <a:spcAft>
                <a:spcPts val="1120"/>
              </a:spcAft>
              <a:defRPr sz="1400" b="0">
                <a:solidFill>
                  <a:srgbClr val="FAF3E0"/>
                </a:solidFill>
              </a:defRPr>
            </a:pPr>
          </a:p>
          <a:p>
            <a:pPr algn="ctr">
              <a:spcAft>
                <a:spcPts val="1120"/>
              </a:spcAft>
              <a:defRPr sz="1400" b="0">
                <a:solidFill>
                  <a:srgbClr val="FAF3E0"/>
                </a:solidFill>
              </a:defRPr>
            </a:pPr>
            <a:r>
              <a:t>🛠 技术栈：HTML5 + CSS3 + JavaScript（零构建）  |  AI 引擎：阿里云百炼 + Matrix AI</a:t>
            </a:r>
          </a:p>
          <a:p>
            <a:pPr algn="ctr">
              <a:spcAft>
                <a:spcPts val="1120"/>
              </a:spcAft>
              <a:defRPr sz="1400" b="0">
                <a:solidFill>
                  <a:srgbClr val="FAF3E0"/>
                </a:solidFill>
              </a:defRPr>
            </a:pPr>
            <a:r>
              <a:t>🎨 风格定位：电影感暖色调 · 文字叙事冒险 · 治愈系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844E"/>
                </a:solidFill>
              </a:defRPr>
            </a:pPr>
            <a:r>
              <a:t>"这家店的价值不在于卖了多少本书，而在于对走进来的每一个人，给出了正确的那一句回答。"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2967</Words>
  <Application>WPS 文字</Application>
  <PresentationFormat>On-screen Show (4:3)</PresentationFormat>
  <Paragraphs>381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杨锟</cp:lastModifiedBy>
  <cp:revision>2</cp:revision>
  <dcterms:created xsi:type="dcterms:W3CDTF">2026-06-11T14:25:54Z</dcterms:created>
  <dcterms:modified xsi:type="dcterms:W3CDTF">2026-06-11T14:25:54Z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2D3FF4F6342CA45272C52A6AC75483B2_42</vt:lpwstr>
  </property>
  <property fmtid="{D5CDD505-2E9C-101B-9397-08002B2CF9AE}" pid="3" name="KSOProductBuildVer">
    <vt:lpwstr>2052-12.1.25869.25869</vt:lpwstr>
  </property>
</Properties>
</file>